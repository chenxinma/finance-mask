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70F78-82E2-4F96-BA80-6E8225ABB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65ACA4-502F-43B3-B0CD-F66BA4F24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8E600-63FE-4AE1-8687-E701758A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2468E-AE89-4E61-9C4A-E3297E86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FD00B-2E12-4955-A3D9-ABB730B2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6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68067-947D-4AA6-BA34-DDA0021D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29FA4-E70E-4DB3-884E-11439B11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CFBA7-1BC4-4390-9E99-C433426E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26B36-2987-43F6-9EE2-56C26385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2E85A-D6F3-4470-A01B-1042D111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3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018FF-7817-48A9-A2B8-DCCBCFC5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7FB87-6183-4BBB-82ED-6530CF51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260280-6CB1-4B23-8AAF-D05C0B83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FA964-CDF2-4A63-B434-EE2AFE89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181F9-F3E7-4EAC-808A-3C190B35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70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FDA8B-E2F3-4741-9468-AE921BF9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E309F-D046-477F-948E-DAF6B1F6E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20E88C-638B-4E98-BB55-BEF3EA7DB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328457-F31B-46EF-B072-CABF3BBC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4D894-CFD6-4CD4-9759-1F967E58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B9E70-94C6-444C-978B-E9988F8F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59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0B67D-4BA4-4946-929A-60151BF1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CC429-8E02-4A84-95CF-B18029EFC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7F78B2-28FB-481A-8485-8A04FE766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467A23-37A3-433D-B04D-13622869A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D6C44C-84B7-42F4-8335-CEAE6E144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B78FD6-8D70-4A95-A738-797D3031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81578A-A21C-4BFF-B697-F009A929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A34CFC-8AF2-4BB0-8B56-F7A0D48E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8CE42-DF66-4C61-9C18-BDC75E1E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6A20A9-2FD7-4F56-8702-F42E3070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8FFE4-B24E-4EEB-8E74-C456C4223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EC9A90-F86C-4766-99FB-FD901669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32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DA9EB0-A66B-4C4C-827A-1EA80EF4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B92959-4003-439D-8CF6-328EEC92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7862A8-47C7-4BB6-BAD2-A55CE441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3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329DF-6F0E-4BE1-92DD-B3025B4E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4830A-F258-4260-A079-0467E810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2813B-ED4B-48B2-BDFB-8A2E686F4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619550-8E08-4D23-BA1E-61C8BF7D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453EC6-BE6F-4F38-86FC-D32145C3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14C852-B151-4DB7-8AC6-B42F4565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82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56781-7A2D-42FB-B61D-FC9FC17A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FE16C7-373E-4F7F-830E-AC53A84DE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C517D8-4868-4A14-AB9D-D0E255D6B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6BD04F-5ED4-4053-B796-2223A970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25AA09-F643-49FE-9979-9BCC2BAE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43E55A-1435-42D2-BB4A-CD576841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32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4E4AB-AE12-4FE3-BE04-3AC8C7CA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B5F261-E99F-4946-9B50-F6FE3AD0B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0E948C-B3C5-47F8-8F8A-CF91FD71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3FB50-1CEB-4BEB-90E5-94C63826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CBF08-6813-4C54-8FB8-391B1E2E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4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6D12A8-C990-4A34-A2B9-F3838AE30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0A2DD8-1952-4694-A9C9-8059DBC2B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D1C40-59E7-40C8-A769-3B12BEDA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70213D-7E40-4280-917C-C68D32D7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32E0C4-07CB-4082-9C70-75DBB557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56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E23C27-B8DB-4687-89CA-F5F56A85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96D6E4-B8C3-4110-8E87-61C8ABA1F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1D714-D441-4D7F-9BA4-184790981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5EEF-BACD-4587-A94A-0463B1A96732}" type="datetimeFigureOut">
              <a:rPr lang="zh-CN" altLang="en-US" smtClean="0"/>
              <a:t>2026-09-07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63E60-CEA7-4A8C-929D-39FF965B7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F7849-DE9B-45A6-AE56-F8069769D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668D4-ED85-4694-8461-4CDE79297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18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96FD2-CCDE-461D-A469-2A49D75EA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天齐锂业</a:t>
            </a:r>
            <a:r>
              <a:rPr lang="en-US" altLang="zh-CN" dirty="0"/>
              <a:t>2026</a:t>
            </a:r>
            <a:r>
              <a:rPr lang="zh-CN" altLang="en-US" dirty="0"/>
              <a:t>年半年度财务报告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A5CF3F-827E-44AB-AADE-D23E6FF62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营业收入：</a:t>
            </a:r>
            <a:r>
              <a:rPr lang="en-US" altLang="zh-CN" dirty="0"/>
              <a:t>100000000</a:t>
            </a:r>
            <a:r>
              <a:rPr lang="zh-CN" altLang="en-US"/>
              <a:t>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39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天齐锂业2026年半年度财务报告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天齐锂业2026年半年度财务报告</dc:title>
  <dc:creator>马晨欣</dc:creator>
  <cp:lastModifiedBy>马晨欣</cp:lastModifiedBy>
  <cp:revision>3</cp:revision>
  <dcterms:created xsi:type="dcterms:W3CDTF">2026-09-07T08:56:29Z</dcterms:created>
  <dcterms:modified xsi:type="dcterms:W3CDTF">2026-09-07T08:57:23Z</dcterms:modified>
</cp:coreProperties>
</file>