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13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2024年度财务报告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机密文件 - 仅限内部使用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关键财务指标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2024年度营业收入为 1,234,567,890.12 元，同比增长 11.1%</a:t>
            </a:r>
          </a:p>
          <a:p>
            <a:r>
              <a:t>净利润为 234,567,890.50 元，同比增长 5.6%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营业收入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123,456.79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主要收入来源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营业成本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87,654.32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成本控制良好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毛利润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35,802.47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毛利率稳定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净利润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23,456.79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盈利能力强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全屏显示(4:3)</PresentationFormat>
  <Paragraphs>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2024年度财务报告</vt:lpstr>
      <vt:lpstr>关键财务指标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晨欣 馬</cp:lastModifiedBy>
  <cp:revision>2</cp:revision>
  <dcterms:created xsi:type="dcterms:W3CDTF">2013-01-27T09:14:16Z</dcterms:created>
  <dcterms:modified xsi:type="dcterms:W3CDTF">2026-08-29T13:30:21Z</dcterms:modified>
  <cp:category/>
</cp:coreProperties>
</file>